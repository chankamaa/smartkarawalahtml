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/>
      <p:sp>
        <p:nvSpPr><p:cNvPr id="2" name="Title"/><p:cNvSpPr/><p:nvPr/></p:nvSpPr>
        <p:spPr><a:xfrm><a:off x="1524000" y="2286000"/><a:ext cx="9144000" cy="1524000"/></a:xfrm></p:spPr>
        <p:txBody>
          <a:bodyPr/><a:p><a:r><a:rPr lang="en-US" sz="4400" b="1"/><a:t>Smart Karawala PP2</a:t></a:r></p>
          <a:p><a:r><a:rPr lang="en-US" sz="2000"/><a:t>Progress Presentation II Slide Deck</a:t></a:r></p>
        </p:txBody>
      </p:sp>
    </p:spTree>
  </p:cSld>
</p:sld>
</file>